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5"/>
    <p:restoredTop sz="94694"/>
  </p:normalViewPr>
  <p:slideViewPr>
    <p:cSldViewPr snapToGrid="0">
      <p:cViewPr varScale="1">
        <p:scale>
          <a:sx n="92" d="100"/>
          <a:sy n="92" d="100"/>
        </p:scale>
        <p:origin x="200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B7FC9-3C2C-109C-A02D-1FA5FB61C6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B88C81-8538-42C7-5884-91A947C3E7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D791C-C7D3-C5F0-EF20-2733873D7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F0BBA-FA6C-2145-A1B4-03034CCEF0F6}" type="datetimeFigureOut">
              <a:rPr lang="en-US" smtClean="0"/>
              <a:t>4/27/23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1ADB0-106E-D859-7F7A-CD99968FF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8CBCF-C7FF-9A85-91A1-5BDCD85F0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1131D-8D10-CC42-8D47-9DF3D106B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258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D9BCF-2E48-9B19-8827-BE65AEB19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6062C-BB90-782C-C313-F90CF3D2E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C75BD-A5C2-D2D3-DA1D-51649D215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F0BBA-FA6C-2145-A1B4-03034CCEF0F6}" type="datetimeFigureOut">
              <a:rPr lang="en-US" smtClean="0"/>
              <a:t>4/27/23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C8518-09C0-B3A8-73AC-D1C59A29D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BFB16-49DB-975A-C856-EA4BC127B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1131D-8D10-CC42-8D47-9DF3D106B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631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FB5DC-DE2F-080F-E9D8-08793ACE4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8D32E-EF16-690B-4947-A50268878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0543A8-C4C6-8095-F050-190A4FCC5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F0BBA-FA6C-2145-A1B4-03034CCEF0F6}" type="datetimeFigureOut">
              <a:rPr lang="en-US" smtClean="0"/>
              <a:t>4/27/23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53A23-1864-9F10-298D-00A3DCACE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C57300-1C2F-7FC5-865B-7E8053EE7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1131D-8D10-CC42-8D47-9DF3D106B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491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3ACE0-2D99-0E60-8086-D050FF196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D7381-DFFB-BB03-6A28-A6BD49B65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18BE23-7516-CDFD-0287-424CC7F37A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ED0CEC-2220-CAC2-565B-4F02AA08C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F0BBA-FA6C-2145-A1B4-03034CCEF0F6}" type="datetimeFigureOut">
              <a:rPr lang="en-US" smtClean="0"/>
              <a:t>4/27/23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240BB-1336-303F-ED54-F4C77F8E0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9872CC-B693-6818-680D-087E60F87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1131D-8D10-CC42-8D47-9DF3D106B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675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BAE76-B0A1-894A-F19D-E20A326C6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C8588E-2E03-12AD-7B57-A268293B4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A7E6C-A6D5-00F1-0997-2F34A84D2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9AA432-8B08-3B61-CE2B-F567834EE7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EF154A-EE4D-6A3A-6815-58846873A4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6A94DB-1BF2-5F28-3C4B-8856845E3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F0BBA-FA6C-2145-A1B4-03034CCEF0F6}" type="datetimeFigureOut">
              <a:rPr lang="en-US" smtClean="0"/>
              <a:t>4/27/23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02D5F5-7BAC-E735-6839-A64DF2D9D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604670-3D5A-7289-DBC1-2ACC6FA89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1131D-8D10-CC42-8D47-9DF3D106B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827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E0FCE-1D9F-8295-69AF-3F5A36A5F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EDDEE7-E797-9ED7-7CD0-AB32B4F91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F0BBA-FA6C-2145-A1B4-03034CCEF0F6}" type="datetimeFigureOut">
              <a:rPr lang="en-US" smtClean="0"/>
              <a:t>4/27/23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2D1C8A-7A8A-D621-42F7-603349558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A514A6-CA74-1246-DEC5-CB9B42178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1131D-8D10-CC42-8D47-9DF3D106B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523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EF658C-4412-B882-C55B-C08468440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F0BBA-FA6C-2145-A1B4-03034CCEF0F6}" type="datetimeFigureOut">
              <a:rPr lang="en-US" smtClean="0"/>
              <a:t>4/27/23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855870-9EC7-6C64-895B-5DBC019B7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926DB-389D-0CF8-BBCA-91DBDCDA1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1131D-8D10-CC42-8D47-9DF3D106B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796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C9C37-3124-013A-6968-392CD2527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CC2C1-8361-0F46-71F5-9A0ECF3F69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106217-CEDC-F1FB-2387-74D8AD59D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CCC536-F6A9-C7F3-2F43-392D600A2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F0BBA-FA6C-2145-A1B4-03034CCEF0F6}" type="datetimeFigureOut">
              <a:rPr lang="en-US" smtClean="0"/>
              <a:t>4/27/23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5CEB36-8D0E-6F77-01D0-861B70932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A19CFE-9E5A-AC88-AA63-6BB2B68E5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1131D-8D10-CC42-8D47-9DF3D106B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079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222DE-AEF1-4F47-D6B6-3F38206A1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2D3189-CDF2-D4EA-8855-A2F2005F33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478016-4D05-06AB-FD9D-FB82A909AB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07BDC7-FFF7-ECEC-C717-6031B73FD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F0BBA-FA6C-2145-A1B4-03034CCEF0F6}" type="datetimeFigureOut">
              <a:rPr lang="en-US" smtClean="0"/>
              <a:t>4/27/23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085C6F-F780-4E4B-2476-E9965660A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D2B66-A2CD-E209-86CF-940D3FB11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1131D-8D10-CC42-8D47-9DF3D106B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682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57BAF-AD3C-2E7A-4D28-1F4D50EA0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865625-F399-D7DA-2B29-AD1C24106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63A72-C639-6FE7-B481-7111980A3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F0BBA-FA6C-2145-A1B4-03034CCEF0F6}" type="datetimeFigureOut">
              <a:rPr lang="en-US" smtClean="0"/>
              <a:t>4/27/23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95073-7284-3DE9-53C1-3A28ADFA7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927B8-D62C-B220-8C6E-A4A48DE6C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1131D-8D10-CC42-8D47-9DF3D106B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496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8456AF-2A5A-A9D2-E54A-112B11838E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A63A02-C132-06F1-C43F-0E87849495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3D64F-ED79-F3CC-C7CE-F65FEDB5C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F0BBA-FA6C-2145-A1B4-03034CCEF0F6}" type="datetimeFigureOut">
              <a:rPr lang="en-US" smtClean="0"/>
              <a:t>4/27/23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50372-E5B3-1188-7E0F-ABA7FC610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56AC7-4372-26DC-8312-1B693AD5D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1131D-8D10-CC42-8D47-9DF3D106B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62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48503D-9D3E-8B13-D28E-A2FCD94C4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D45A61-73D9-F344-30FF-C36F50FCC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9ED9F-F19C-CBFF-289A-E1CB244CC9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CF0BBA-FA6C-2145-A1B4-03034CCEF0F6}" type="datetimeFigureOut">
              <a:rPr lang="en-US" smtClean="0"/>
              <a:t>4/27/23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A333E-1272-B7DE-EFD5-9294200E12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4DB8C-1734-53B6-0290-AE5B8F648A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21131D-8D10-CC42-8D47-9DF3D106B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508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A426937-378A-DDF9-7CB8-EFE34E608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12895" y="5773645"/>
            <a:ext cx="1973079" cy="644142"/>
          </a:xfrm>
          <a:ln w="25400">
            <a:noFill/>
          </a:ln>
        </p:spPr>
        <p:txBody>
          <a:bodyPr/>
          <a:lstStyle/>
          <a:p>
            <a:r>
              <a:rPr lang="en-US" dirty="0"/>
              <a:t>Firebase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25D72C-393E-DF79-35E8-1FFF38FBD99E}"/>
              </a:ext>
            </a:extLst>
          </p:cNvPr>
          <p:cNvSpPr/>
          <p:nvPr/>
        </p:nvSpPr>
        <p:spPr>
          <a:xfrm>
            <a:off x="1302327" y="5468063"/>
            <a:ext cx="10058400" cy="1191491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166479-8633-A8BA-C86C-10AB74631DDE}"/>
              </a:ext>
            </a:extLst>
          </p:cNvPr>
          <p:cNvSpPr/>
          <p:nvPr/>
        </p:nvSpPr>
        <p:spPr>
          <a:xfrm>
            <a:off x="1302327" y="198447"/>
            <a:ext cx="10058400" cy="4595226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4C34048-1B63-6A45-FFED-DB804B9A96DA}"/>
              </a:ext>
            </a:extLst>
          </p:cNvPr>
          <p:cNvSpPr txBox="1">
            <a:spLocks/>
          </p:cNvSpPr>
          <p:nvPr/>
        </p:nvSpPr>
        <p:spPr>
          <a:xfrm>
            <a:off x="-301203" y="2315417"/>
            <a:ext cx="1973079" cy="644142"/>
          </a:xfrm>
          <a:prstGeom prst="rect">
            <a:avLst/>
          </a:prstGeom>
          <a:ln w="25400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ggc_app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A850572-C046-7BBA-03AE-3C9CF57A69F4}"/>
              </a:ext>
            </a:extLst>
          </p:cNvPr>
          <p:cNvCxnSpPr>
            <a:cxnSpLocks/>
          </p:cNvCxnSpPr>
          <p:nvPr/>
        </p:nvCxnSpPr>
        <p:spPr>
          <a:xfrm>
            <a:off x="6082145" y="4793673"/>
            <a:ext cx="0" cy="674390"/>
          </a:xfrm>
          <a:prstGeom prst="straightConnector1">
            <a:avLst/>
          </a:prstGeom>
          <a:ln w="25400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ubtitle 2">
            <a:extLst>
              <a:ext uri="{FF2B5EF4-FFF2-40B4-BE49-F238E27FC236}">
                <a16:creationId xmlns:a16="http://schemas.microsoft.com/office/drawing/2014/main" id="{D9540DF2-B9C0-08B8-C5CC-914F36903ECE}"/>
              </a:ext>
            </a:extLst>
          </p:cNvPr>
          <p:cNvSpPr txBox="1">
            <a:spLocks/>
          </p:cNvSpPr>
          <p:nvPr/>
        </p:nvSpPr>
        <p:spPr>
          <a:xfrm>
            <a:off x="5733472" y="4877396"/>
            <a:ext cx="1973079" cy="644142"/>
          </a:xfrm>
          <a:prstGeom prst="rect">
            <a:avLst/>
          </a:prstGeom>
          <a:ln w="25400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Internet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1110B327-7868-EA1D-52E4-65B8A0C73E79}"/>
              </a:ext>
            </a:extLst>
          </p:cNvPr>
          <p:cNvSpPr txBox="1">
            <a:spLocks/>
          </p:cNvSpPr>
          <p:nvPr/>
        </p:nvSpPr>
        <p:spPr>
          <a:xfrm>
            <a:off x="1728593" y="5983910"/>
            <a:ext cx="1648691" cy="481492"/>
          </a:xfrm>
          <a:prstGeom prst="rect">
            <a:avLst/>
          </a:prstGeom>
          <a:ln w="25400">
            <a:solidFill>
              <a:schemeClr val="accent1">
                <a:shade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Chapters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1FE53A4B-40B9-D804-9365-62EBB3892CD4}"/>
              </a:ext>
            </a:extLst>
          </p:cNvPr>
          <p:cNvSpPr txBox="1">
            <a:spLocks/>
          </p:cNvSpPr>
          <p:nvPr/>
        </p:nvSpPr>
        <p:spPr>
          <a:xfrm>
            <a:off x="3773391" y="5983910"/>
            <a:ext cx="1648691" cy="481492"/>
          </a:xfrm>
          <a:prstGeom prst="rect">
            <a:avLst/>
          </a:prstGeom>
          <a:ln w="25400">
            <a:solidFill>
              <a:schemeClr val="accent1">
                <a:shade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Gardens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B8A9B1E7-79B2-95C6-3399-A457F7BABB6C}"/>
              </a:ext>
            </a:extLst>
          </p:cNvPr>
          <p:cNvSpPr txBox="1">
            <a:spLocks/>
          </p:cNvSpPr>
          <p:nvPr/>
        </p:nvSpPr>
        <p:spPr>
          <a:xfrm>
            <a:off x="5735392" y="5976889"/>
            <a:ext cx="1648691" cy="481492"/>
          </a:xfrm>
          <a:prstGeom prst="rect">
            <a:avLst/>
          </a:prstGeom>
          <a:ln w="25400">
            <a:solidFill>
              <a:schemeClr val="accent1">
                <a:shade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Users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69A3F083-277D-4429-9FA0-955B16242337}"/>
              </a:ext>
            </a:extLst>
          </p:cNvPr>
          <p:cNvSpPr txBox="1">
            <a:spLocks/>
          </p:cNvSpPr>
          <p:nvPr/>
        </p:nvSpPr>
        <p:spPr>
          <a:xfrm>
            <a:off x="8439031" y="5983910"/>
            <a:ext cx="1648691" cy="481492"/>
          </a:xfrm>
          <a:prstGeom prst="rect">
            <a:avLst/>
          </a:prstGeom>
          <a:ln w="25400">
            <a:solidFill>
              <a:schemeClr val="accent1">
                <a:shade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Beds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EBB8D5C3-5035-362C-09D9-4DE0DB0B75D0}"/>
              </a:ext>
            </a:extLst>
          </p:cNvPr>
          <p:cNvSpPr txBox="1">
            <a:spLocks/>
          </p:cNvSpPr>
          <p:nvPr/>
        </p:nvSpPr>
        <p:spPr>
          <a:xfrm>
            <a:off x="6841639" y="5952784"/>
            <a:ext cx="1973079" cy="644142"/>
          </a:xfrm>
          <a:prstGeom prst="rect">
            <a:avLst/>
          </a:prstGeom>
          <a:ln w="25400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….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134C386-35E3-91E1-F450-F778F74F9E12}"/>
              </a:ext>
            </a:extLst>
          </p:cNvPr>
          <p:cNvGrpSpPr/>
          <p:nvPr/>
        </p:nvGrpSpPr>
        <p:grpSpPr>
          <a:xfrm>
            <a:off x="1444320" y="3484732"/>
            <a:ext cx="9508521" cy="1191491"/>
            <a:chOff x="1616679" y="2109354"/>
            <a:chExt cx="9508521" cy="1191491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86C76A6-6461-5956-E191-C5F826C0EFE8}"/>
                </a:ext>
              </a:extLst>
            </p:cNvPr>
            <p:cNvSpPr/>
            <p:nvPr/>
          </p:nvSpPr>
          <p:spPr>
            <a:xfrm>
              <a:off x="1728593" y="2109354"/>
              <a:ext cx="9396607" cy="1191491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Subtitle 2">
              <a:extLst>
                <a:ext uri="{FF2B5EF4-FFF2-40B4-BE49-F238E27FC236}">
                  <a16:creationId xmlns:a16="http://schemas.microsoft.com/office/drawing/2014/main" id="{BA601FF9-7F45-50C0-B8F6-AB61A76BC75E}"/>
                </a:ext>
              </a:extLst>
            </p:cNvPr>
            <p:cNvSpPr txBox="1">
              <a:spLocks/>
            </p:cNvSpPr>
            <p:nvPr/>
          </p:nvSpPr>
          <p:spPr>
            <a:xfrm>
              <a:off x="1616679" y="2163064"/>
              <a:ext cx="2699907" cy="515941"/>
            </a:xfrm>
            <a:prstGeom prst="rect">
              <a:avLst/>
            </a:prstGeom>
            <a:ln w="25400">
              <a:noFill/>
            </a:ln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Repository Layer</a:t>
              </a:r>
            </a:p>
          </p:txBody>
        </p:sp>
        <p:sp>
          <p:nvSpPr>
            <p:cNvPr id="19" name="Subtitle 2">
              <a:extLst>
                <a:ext uri="{FF2B5EF4-FFF2-40B4-BE49-F238E27FC236}">
                  <a16:creationId xmlns:a16="http://schemas.microsoft.com/office/drawing/2014/main" id="{2B267EFD-370F-28D4-D050-AC146AE94926}"/>
                </a:ext>
              </a:extLst>
            </p:cNvPr>
            <p:cNvSpPr txBox="1">
              <a:spLocks/>
            </p:cNvSpPr>
            <p:nvPr/>
          </p:nvSpPr>
          <p:spPr>
            <a:xfrm>
              <a:off x="1900192" y="2755206"/>
              <a:ext cx="2588682" cy="481492"/>
            </a:xfrm>
            <a:prstGeom prst="rect">
              <a:avLst/>
            </a:prstGeom>
            <a:ln w="25400">
              <a:solidFill>
                <a:schemeClr val="accent1">
                  <a:shade val="50000"/>
                </a:schemeClr>
              </a:solidFill>
            </a:ln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/>
                <a:t>FirestoreService</a:t>
              </a:r>
              <a:endParaRPr lang="en-US" dirty="0"/>
            </a:p>
          </p:txBody>
        </p:sp>
        <p:sp>
          <p:nvSpPr>
            <p:cNvPr id="20" name="Subtitle 2">
              <a:extLst>
                <a:ext uri="{FF2B5EF4-FFF2-40B4-BE49-F238E27FC236}">
                  <a16:creationId xmlns:a16="http://schemas.microsoft.com/office/drawing/2014/main" id="{0B23FCBA-2D82-FC7E-1611-C81695AF8D66}"/>
                </a:ext>
              </a:extLst>
            </p:cNvPr>
            <p:cNvSpPr txBox="1">
              <a:spLocks/>
            </p:cNvSpPr>
            <p:nvPr/>
          </p:nvSpPr>
          <p:spPr>
            <a:xfrm>
              <a:off x="5076599" y="2753521"/>
              <a:ext cx="2588682" cy="481492"/>
            </a:xfrm>
            <a:prstGeom prst="rect">
              <a:avLst/>
            </a:prstGeom>
            <a:ln w="25400">
              <a:solidFill>
                <a:schemeClr val="accent1">
                  <a:shade val="50000"/>
                </a:schemeClr>
              </a:solidFill>
            </a:ln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/>
                <a:t>FirestoreProviders</a:t>
              </a:r>
              <a:endParaRPr lang="en-US" dirty="0"/>
            </a:p>
          </p:txBody>
        </p:sp>
        <p:sp>
          <p:nvSpPr>
            <p:cNvPr id="21" name="Subtitle 2">
              <a:extLst>
                <a:ext uri="{FF2B5EF4-FFF2-40B4-BE49-F238E27FC236}">
                  <a16:creationId xmlns:a16="http://schemas.microsoft.com/office/drawing/2014/main" id="{1DEC0068-9069-37A8-B114-DA16B1BC42B7}"/>
                </a:ext>
              </a:extLst>
            </p:cNvPr>
            <p:cNvSpPr txBox="1">
              <a:spLocks/>
            </p:cNvSpPr>
            <p:nvPr/>
          </p:nvSpPr>
          <p:spPr>
            <a:xfrm>
              <a:off x="8155114" y="2755206"/>
              <a:ext cx="2588682" cy="481492"/>
            </a:xfrm>
            <a:prstGeom prst="rect">
              <a:avLst/>
            </a:prstGeom>
            <a:ln w="25400">
              <a:solidFill>
                <a:schemeClr val="accent1">
                  <a:shade val="50000"/>
                </a:schemeClr>
              </a:solidFill>
            </a:ln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/>
                <a:t>FirestorePath</a:t>
              </a:r>
              <a:endParaRPr lang="en-US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8E24E72-C5AC-907E-AED8-08C9F8D2A281}"/>
              </a:ext>
            </a:extLst>
          </p:cNvPr>
          <p:cNvGrpSpPr/>
          <p:nvPr/>
        </p:nvGrpSpPr>
        <p:grpSpPr>
          <a:xfrm>
            <a:off x="925030" y="1953511"/>
            <a:ext cx="10022078" cy="1191491"/>
            <a:chOff x="1103122" y="2109354"/>
            <a:chExt cx="10022078" cy="119149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0A35CB6-A3C4-D8F3-599E-BD88AECFCC39}"/>
                </a:ext>
              </a:extLst>
            </p:cNvPr>
            <p:cNvSpPr/>
            <p:nvPr/>
          </p:nvSpPr>
          <p:spPr>
            <a:xfrm>
              <a:off x="1728593" y="2109354"/>
              <a:ext cx="9396607" cy="1191491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Subtitle 2">
              <a:extLst>
                <a:ext uri="{FF2B5EF4-FFF2-40B4-BE49-F238E27FC236}">
                  <a16:creationId xmlns:a16="http://schemas.microsoft.com/office/drawing/2014/main" id="{9E8F8D34-ACE5-79F8-24AA-D60849360B70}"/>
                </a:ext>
              </a:extLst>
            </p:cNvPr>
            <p:cNvSpPr txBox="1">
              <a:spLocks/>
            </p:cNvSpPr>
            <p:nvPr/>
          </p:nvSpPr>
          <p:spPr>
            <a:xfrm>
              <a:off x="1103122" y="2147393"/>
              <a:ext cx="2699907" cy="515941"/>
            </a:xfrm>
            <a:prstGeom prst="rect">
              <a:avLst/>
            </a:prstGeom>
            <a:ln w="25400">
              <a:noFill/>
            </a:ln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Data Layer</a:t>
              </a:r>
            </a:p>
          </p:txBody>
        </p:sp>
        <p:sp>
          <p:nvSpPr>
            <p:cNvPr id="28" name="Subtitle 2">
              <a:extLst>
                <a:ext uri="{FF2B5EF4-FFF2-40B4-BE49-F238E27FC236}">
                  <a16:creationId xmlns:a16="http://schemas.microsoft.com/office/drawing/2014/main" id="{8221B3E1-9968-6FD4-D38C-D2C537BBC140}"/>
                </a:ext>
              </a:extLst>
            </p:cNvPr>
            <p:cNvSpPr txBox="1">
              <a:spLocks/>
            </p:cNvSpPr>
            <p:nvPr/>
          </p:nvSpPr>
          <p:spPr>
            <a:xfrm>
              <a:off x="3200266" y="2682606"/>
              <a:ext cx="2588682" cy="481492"/>
            </a:xfrm>
            <a:prstGeom prst="rect">
              <a:avLst/>
            </a:prstGeom>
            <a:ln w="25400">
              <a:solidFill>
                <a:schemeClr val="accent1">
                  <a:shade val="50000"/>
                </a:schemeClr>
              </a:solidFill>
            </a:ln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Entity classes</a:t>
              </a:r>
            </a:p>
          </p:txBody>
        </p:sp>
        <p:sp>
          <p:nvSpPr>
            <p:cNvPr id="29" name="Subtitle 2">
              <a:extLst>
                <a:ext uri="{FF2B5EF4-FFF2-40B4-BE49-F238E27FC236}">
                  <a16:creationId xmlns:a16="http://schemas.microsoft.com/office/drawing/2014/main" id="{187E5F23-0291-FACB-F60C-A9273CF4AF9F}"/>
                </a:ext>
              </a:extLst>
            </p:cNvPr>
            <p:cNvSpPr txBox="1">
              <a:spLocks/>
            </p:cNvSpPr>
            <p:nvPr/>
          </p:nvSpPr>
          <p:spPr>
            <a:xfrm>
              <a:off x="6376673" y="2701675"/>
              <a:ext cx="2588682" cy="481492"/>
            </a:xfrm>
            <a:prstGeom prst="rect">
              <a:avLst/>
            </a:prstGeom>
            <a:ln w="25400">
              <a:solidFill>
                <a:schemeClr val="accent1">
                  <a:shade val="50000"/>
                </a:schemeClr>
              </a:solidFill>
            </a:ln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Collection classes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0B98C74-8DC7-7493-71FE-68913399F10B}"/>
              </a:ext>
            </a:extLst>
          </p:cNvPr>
          <p:cNvGrpSpPr/>
          <p:nvPr/>
        </p:nvGrpSpPr>
        <p:grpSpPr>
          <a:xfrm>
            <a:off x="925030" y="486319"/>
            <a:ext cx="10027811" cy="1191491"/>
            <a:chOff x="1097389" y="2109354"/>
            <a:chExt cx="10027811" cy="1191491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2B24AB1-357C-B67F-521B-8498C10E4AF2}"/>
                </a:ext>
              </a:extLst>
            </p:cNvPr>
            <p:cNvSpPr/>
            <p:nvPr/>
          </p:nvSpPr>
          <p:spPr>
            <a:xfrm>
              <a:off x="1728593" y="2109354"/>
              <a:ext cx="9396607" cy="1191491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Subtitle 2">
              <a:extLst>
                <a:ext uri="{FF2B5EF4-FFF2-40B4-BE49-F238E27FC236}">
                  <a16:creationId xmlns:a16="http://schemas.microsoft.com/office/drawing/2014/main" id="{D229DFE7-72E2-B303-99F1-62030BEED3AA}"/>
                </a:ext>
              </a:extLst>
            </p:cNvPr>
            <p:cNvSpPr txBox="1">
              <a:spLocks/>
            </p:cNvSpPr>
            <p:nvPr/>
          </p:nvSpPr>
          <p:spPr>
            <a:xfrm>
              <a:off x="1097389" y="2148562"/>
              <a:ext cx="2699907" cy="515941"/>
            </a:xfrm>
            <a:prstGeom prst="rect">
              <a:avLst/>
            </a:prstGeom>
            <a:ln w="25400">
              <a:noFill/>
            </a:ln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UI Layer</a:t>
              </a:r>
            </a:p>
          </p:txBody>
        </p:sp>
        <p:sp>
          <p:nvSpPr>
            <p:cNvPr id="34" name="Subtitle 2">
              <a:extLst>
                <a:ext uri="{FF2B5EF4-FFF2-40B4-BE49-F238E27FC236}">
                  <a16:creationId xmlns:a16="http://schemas.microsoft.com/office/drawing/2014/main" id="{3D05627E-B241-05DB-BE14-10CE7BC48CC7}"/>
                </a:ext>
              </a:extLst>
            </p:cNvPr>
            <p:cNvSpPr txBox="1">
              <a:spLocks/>
            </p:cNvSpPr>
            <p:nvPr/>
          </p:nvSpPr>
          <p:spPr>
            <a:xfrm>
              <a:off x="3300683" y="2728650"/>
              <a:ext cx="2588682" cy="481492"/>
            </a:xfrm>
            <a:prstGeom prst="rect">
              <a:avLst/>
            </a:prstGeom>
            <a:ln w="25400">
              <a:solidFill>
                <a:schemeClr val="accent1">
                  <a:shade val="50000"/>
                </a:schemeClr>
              </a:solidFill>
            </a:ln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Screen widgets</a:t>
              </a:r>
            </a:p>
          </p:txBody>
        </p:sp>
        <p:sp>
          <p:nvSpPr>
            <p:cNvPr id="35" name="Subtitle 2">
              <a:extLst>
                <a:ext uri="{FF2B5EF4-FFF2-40B4-BE49-F238E27FC236}">
                  <a16:creationId xmlns:a16="http://schemas.microsoft.com/office/drawing/2014/main" id="{8E6FA088-4D5A-D563-FC28-AA831EC55D2B}"/>
                </a:ext>
              </a:extLst>
            </p:cNvPr>
            <p:cNvSpPr txBox="1">
              <a:spLocks/>
            </p:cNvSpPr>
            <p:nvPr/>
          </p:nvSpPr>
          <p:spPr>
            <a:xfrm>
              <a:off x="6410430" y="2710828"/>
              <a:ext cx="2588682" cy="481492"/>
            </a:xfrm>
            <a:prstGeom prst="rect">
              <a:avLst/>
            </a:prstGeom>
            <a:ln w="25400">
              <a:solidFill>
                <a:schemeClr val="accent1">
                  <a:shade val="50000"/>
                </a:schemeClr>
              </a:solidFill>
            </a:ln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View widgets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92711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27</Words>
  <Application>Microsoft Macintosh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</cp:revision>
  <dcterms:created xsi:type="dcterms:W3CDTF">2023-04-27T18:11:48Z</dcterms:created>
  <dcterms:modified xsi:type="dcterms:W3CDTF">2023-04-27T18:28:06Z</dcterms:modified>
</cp:coreProperties>
</file>